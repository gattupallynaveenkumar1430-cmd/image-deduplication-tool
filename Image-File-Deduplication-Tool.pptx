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Archivo ExtraBold"/>
      <p:regular r:id="rId201314"/>
    </p:embeddedFont>
    <p:embeddedFont>
      <p:font typeface="Geist Mono Medium"/>
      <p:regular r:id="rId201315"/>
    </p:embeddedFont>
    <p:embeddedFont>
      <p:font typeface="Geist Mono SemiBold"/>
      <p:regular r:id="rId201316"/>
    </p:embeddedFont>
    <p:embeddedFont>
      <p:font typeface="Hanken Grotesk"/>
      <p:regular r:id="rId201317"/>
    </p:embeddedFont>
    <p:embeddedFont>
      <p:font typeface="Hanken Grotesk SemiBold"/>
      <p:regular r:id="rId201318"/>
    </p:embeddedFont>
    <p:embeddedFont>
      <p:font typeface="Hanken Grotesk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5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5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14400"/>
            <a:ext cx="6603835" cy="2861766"/>
          </a:xfrm>
          <a:prstGeom prst="roundRect">
            <a:avLst>
              <a:gd name="adj" fmla="val 1132"/>
            </a:avLst>
          </a:prstGeom>
          <a:solidFill>
            <a:srgbClr val="FFFDF7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1219200"/>
            <a:ext cx="655303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20211E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PYTHON PROTOTYPE · IMAGE OPERATIONS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5975" y="1541760"/>
            <a:ext cx="5943451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800" spc="-216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Image File</a:t>
            </a:r>
            <a:endParaRPr lang="en-US" sz="48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4800" spc="-216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Deduplication Tool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5975" y="2892921"/>
            <a:ext cx="5943451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explainable prototype that finds duplicate images safely with hashing, sorting, and binary search.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482600"/>
            <a:ext cx="1142971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982A1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THE CLEANUP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783" y="805160"/>
            <a:ext cx="10820129" cy="141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800" spc="-203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Why duplicate images are hard to clean safely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85783" y="2473424"/>
            <a:ext cx="3403515" cy="3398639"/>
          </a:xfrm>
          <a:prstGeom prst="roundRect">
            <a:avLst>
              <a:gd name="adj" fmla="val 336"/>
            </a:avLst>
          </a:prstGeom>
          <a:solidFill>
            <a:srgbClr val="F7F6F0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2778224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5176" y="3095724"/>
            <a:ext cx="31241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176" y="3418284"/>
            <a:ext cx="2844729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Pairwise comparison grows fast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5176" y="4699595"/>
            <a:ext cx="2844729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Large folders make pairwise comparison expensive.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94090" y="2473424"/>
            <a:ext cx="3403515" cy="3398639"/>
          </a:xfrm>
          <a:prstGeom prst="roundRect">
            <a:avLst>
              <a:gd name="adj" fmla="val 336"/>
            </a:avLst>
          </a:prstGeom>
          <a:solidFill>
            <a:srgbClr val="F7F6F0"/>
          </a:solidFill>
          <a:ln/>
        </p:spPr>
      </p:sp>
      <p:sp>
        <p:nvSpPr>
          <p:cNvPr id="10" name="Text 8"/>
          <p:cNvSpPr/>
          <p:nvPr/>
        </p:nvSpPr>
        <p:spPr>
          <a:xfrm>
            <a:off x="4673483" y="2778224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3483" y="3095724"/>
            <a:ext cx="31241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3483" y="3418284"/>
            <a:ext cx="2844729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Names are weak evidence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73483" y="4333875"/>
            <a:ext cx="2844729" cy="867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Names and paths can differ even when content is identical.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02397" y="2473424"/>
            <a:ext cx="3403515" cy="3398639"/>
          </a:xfrm>
          <a:prstGeom prst="roundRect">
            <a:avLst>
              <a:gd name="adj" fmla="val 336"/>
            </a:avLst>
          </a:prstGeom>
          <a:solidFill>
            <a:srgbClr val="C63F1B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790" y="2778224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1790" y="3095724"/>
            <a:ext cx="31241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TRUST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1790" y="3418284"/>
            <a:ext cx="2844729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Cleanup needs a visible decision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81790" y="4699595"/>
            <a:ext cx="2844729" cy="867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Expose groups, evidence, and a safe keep/delete choice.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31800"/>
            <a:ext cx="1148051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982A1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PIPELINE · TWO EVIDENCE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54360"/>
            <a:ext cx="10870928" cy="141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800" spc="-203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Pipeline: metadata first, content proof second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60383" y="3811488"/>
            <a:ext cx="3420382" cy="2614712"/>
          </a:xfrm>
          <a:prstGeom prst="rect">
            <a:avLst/>
          </a:prstGeom>
          <a:solidFill>
            <a:srgbClr val="F7F6F0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4040088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88978" y="4342309"/>
            <a:ext cx="2963094" cy="19050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7" name="Text 5"/>
          <p:cNvSpPr/>
          <p:nvPr/>
        </p:nvSpPr>
        <p:spPr>
          <a:xfrm>
            <a:off x="888978" y="4490839"/>
            <a:ext cx="296319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Scan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88978" y="5040709"/>
            <a:ext cx="2963193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Collect paths, size, extension, timestamps, and dimensions.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85557" y="3811488"/>
            <a:ext cx="3420481" cy="2614712"/>
          </a:xfrm>
          <a:prstGeom prst="rect">
            <a:avLst/>
          </a:prstGeom>
          <a:solidFill>
            <a:srgbClr val="F7F6F0"/>
          </a:solidFill>
          <a:ln/>
        </p:spPr>
      </p:sp>
      <p:sp>
        <p:nvSpPr>
          <p:cNvPr id="10" name="Text 8"/>
          <p:cNvSpPr/>
          <p:nvPr/>
        </p:nvSpPr>
        <p:spPr>
          <a:xfrm>
            <a:off x="4614152" y="4040088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14152" y="4342309"/>
            <a:ext cx="2963292" cy="19050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4152" y="4490839"/>
            <a:ext cx="296329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Sort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4152" y="5040709"/>
            <a:ext cx="2963292" cy="867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Sort records by file size to create efficient candidate ranges.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831" y="3811488"/>
            <a:ext cx="3420382" cy="2614712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425" y="4040088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39425" y="4342309"/>
            <a:ext cx="2963094" cy="19050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425" y="4490839"/>
            <a:ext cx="296319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Prove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39425" y="5040709"/>
            <a:ext cx="2963193" cy="115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Hash only plausible candidates, group equal hashes, then verify exact matches.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31800"/>
            <a:ext cx="1148051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982A1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CONTENT IDENTITY · LOOKUP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54360"/>
            <a:ext cx="10870928" cy="141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800" spc="-203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Hashing turns duplicates into lookup groups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60383" y="3128268"/>
            <a:ext cx="3623577" cy="3297932"/>
          </a:xfrm>
          <a:prstGeom prst="rect">
            <a:avLst/>
          </a:prstGeom>
          <a:solidFill>
            <a:srgbClr val="F7F6F0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3813373"/>
            <a:ext cx="334418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FILE 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9776" y="4262934"/>
            <a:ext cx="3064791" cy="147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photo_a.jpg</a:t>
            </a:r>
            <a:endParaRPr lang="en-US" sz="2000" dirty="0"/>
          </a:p>
          <a:p>
            <a:pPr algn="l" indent="0" marL="0">
              <a:lnSpc>
                <a:spcPct val="112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copy_final.png</a:t>
            </a:r>
            <a:endParaRPr lang="en-US" sz="2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backup_03.jpg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83960" y="3128268"/>
            <a:ext cx="2898901" cy="3297932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8" name="Text 6"/>
          <p:cNvSpPr/>
          <p:nvPr/>
        </p:nvSpPr>
        <p:spPr>
          <a:xfrm>
            <a:off x="4512554" y="3795713"/>
            <a:ext cx="267030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FFFDF7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FAST HASH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12554" y="4118273"/>
            <a:ext cx="244171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800" spc="-216" kern="100" dirty="0">
                <a:solidFill>
                  <a:srgbClr val="FFFDF7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h₁ = h₂ = h₃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12554" y="5469434"/>
            <a:ext cx="2670307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D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Candidate equality key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82861" y="3128268"/>
            <a:ext cx="4348351" cy="3297932"/>
          </a:xfrm>
          <a:prstGeom prst="rect">
            <a:avLst/>
          </a:prstGeom>
          <a:solidFill>
            <a:srgbClr val="F7F6F0"/>
          </a:solidFill>
          <a:ln/>
        </p:spPr>
      </p:sp>
      <p:sp>
        <p:nvSpPr>
          <p:cNvPr id="12" name="Text 10"/>
          <p:cNvSpPr/>
          <p:nvPr/>
        </p:nvSpPr>
        <p:spPr>
          <a:xfrm>
            <a:off x="7462254" y="3433068"/>
            <a:ext cx="406895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HASH → FILE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62254" y="3755628"/>
            <a:ext cx="3789565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One visible duplicate group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62254" y="4671219"/>
            <a:ext cx="3789565" cy="867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a fast content hash to map records into groups. Before labeling a duplicate, verify size and byte content.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62254" y="5767487"/>
            <a:ext cx="2676061" cy="353913"/>
          </a:xfrm>
          <a:prstGeom prst="roundRect">
            <a:avLst>
              <a:gd name="adj" fmla="val 3230"/>
            </a:avLst>
          </a:prstGeom>
          <a:solidFill>
            <a:srgbClr val="F9DAD2"/>
          </a:solidFill>
          <a:ln/>
        </p:spPr>
      </p:sp>
      <p:sp>
        <p:nvSpPr>
          <p:cNvPr id="16" name="Text 14"/>
          <p:cNvSpPr/>
          <p:nvPr/>
        </p:nvSpPr>
        <p:spPr>
          <a:xfrm>
            <a:off x="7591731" y="5832177"/>
            <a:ext cx="302669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36" kern="100" dirty="0">
                <a:solidFill>
                  <a:srgbClr val="252521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VERIFY BEFORE DELETE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64910" y="3128268"/>
            <a:ext cx="38099" cy="3297932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18" name="Shape 16"/>
          <p:cNvSpPr/>
          <p:nvPr/>
        </p:nvSpPr>
        <p:spPr>
          <a:xfrm>
            <a:off x="7163811" y="3128268"/>
            <a:ext cx="38099" cy="3297932"/>
          </a:xfrm>
          <a:prstGeom prst="rect">
            <a:avLst/>
          </a:prstGeom>
          <a:solidFill>
            <a:srgbClr val="C63F1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06400"/>
            <a:ext cx="1148051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982A1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CANDIDATE LOOKUP · BINARY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28960"/>
            <a:ext cx="10870928" cy="141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800" spc="-203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Binary search makes candidate lookup visible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60383" y="3678337"/>
            <a:ext cx="181178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5252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472172" y="3449737"/>
            <a:ext cx="1811788" cy="746423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6" name="Text 4"/>
          <p:cNvSpPr/>
          <p:nvPr/>
        </p:nvSpPr>
        <p:spPr>
          <a:xfrm>
            <a:off x="2472172" y="3678337"/>
            <a:ext cx="181178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1,024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83960" y="3449737"/>
            <a:ext cx="1811788" cy="746423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8" name="Text 6"/>
          <p:cNvSpPr/>
          <p:nvPr/>
        </p:nvSpPr>
        <p:spPr>
          <a:xfrm>
            <a:off x="4283960" y="3678337"/>
            <a:ext cx="181178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2,048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748" y="3449737"/>
            <a:ext cx="1811887" cy="746423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10" name="Text 8"/>
          <p:cNvSpPr/>
          <p:nvPr/>
        </p:nvSpPr>
        <p:spPr>
          <a:xfrm>
            <a:off x="6095748" y="3678337"/>
            <a:ext cx="1811887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3,072 · mid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07636" y="3678337"/>
            <a:ext cx="181178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5252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4,096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19424" y="3678337"/>
            <a:ext cx="181178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5252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high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0383" y="4424759"/>
            <a:ext cx="52068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88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MATCHED CANDIDATE RANGE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4442" y="4424759"/>
            <a:ext cx="52068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88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COMPARISON POINT: MID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0383" y="4855865"/>
            <a:ext cx="11480513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52521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Each query: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5252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repeatedly halve the interval, then show low, mid, high, matched range, and comparison count.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304800"/>
            <a:ext cx="1148051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982A1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PROTOTYPE UI · EXPLAIN BEFORE CLEANUP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627360"/>
            <a:ext cx="10870928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spc="-154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Prototype UI: explain before cleanup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60383" y="1417737"/>
            <a:ext cx="3169861" cy="4647208"/>
          </a:xfrm>
          <a:prstGeom prst="rect">
            <a:avLst/>
          </a:prstGeom>
          <a:solidFill>
            <a:srgbClr val="20211E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1646337"/>
            <a:ext cx="271267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Dedup tool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8978" y="2196207"/>
            <a:ext cx="29412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FOLDER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8978" y="2547938"/>
            <a:ext cx="294126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/photos/2026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8978" y="2986385"/>
            <a:ext cx="29412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SCAN 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8978" y="3338116"/>
            <a:ext cx="294126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Complete · 00:08.4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8978" y="3776563"/>
            <a:ext cx="29412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SAFE MODE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8978" y="4128294"/>
            <a:ext cx="294126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Move selected copies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34937" y="1417737"/>
            <a:ext cx="7396275" cy="4647208"/>
          </a:xfrm>
          <a:prstGeom prst="rect">
            <a:avLst/>
          </a:prstGeom>
          <a:solidFill>
            <a:srgbClr val="FFFDF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63531" y="1646337"/>
          <a:ext cx="6939087" cy="914400"/>
        </p:xfrm>
        <a:graphic>
          <a:graphicData uri="http://schemas.openxmlformats.org/drawingml/2006/table">
            <a:tbl>
              <a:tblPr/>
              <a:tblGrid>
                <a:gridCol w="1734697"/>
                <a:gridCol w="1734697"/>
                <a:gridCol w="1734697"/>
                <a:gridCol w="1734995"/>
              </a:tblGrid>
              <a:tr h="4618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Files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Scanned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Hashes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Groups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618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1,248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18.4 GB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42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12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363531" y="2771676"/>
            <a:ext cx="6938987" cy="31651"/>
          </a:xfrm>
          <a:prstGeom prst="roundRect">
            <a:avLst>
              <a:gd name="adj" fmla="val 49998"/>
            </a:avLst>
          </a:prstGeom>
          <a:solidFill>
            <a:srgbClr val="252521">
              <a:alpha val="5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63531" y="3084413"/>
            <a:ext cx="693908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spc="-70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Group 04 · exact match — 3 files</a:t>
            </a:r>
            <a:endParaRPr lang="en-US" sz="2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63531" y="3512344"/>
          <a:ext cx="6939087" cy="914400"/>
        </p:xfrm>
        <a:graphic>
          <a:graphicData uri="http://schemas.openxmlformats.org/drawingml/2006/table">
            <a:tbl>
              <a:tblPr/>
              <a:tblGrid>
                <a:gridCol w="3191887"/>
                <a:gridCol w="1526542"/>
                <a:gridCol w="2220659"/>
              </a:tblGrid>
              <a:tr h="47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File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Size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Evidence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7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photo_a.jpg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4.2 MB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original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7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copy_final.png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4.2 MB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same bytes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618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backup_03.jpg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4.2 MB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same bytes</a:t>
                      </a:r>
                      <a:endParaRPr lang="en-US" sz="17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8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363531" y="5547122"/>
            <a:ext cx="7167681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Review group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· Open location · Export report · Move selected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7200"/>
            <a:ext cx="1148051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982A1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EVALUATION · REVIEWER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79760"/>
            <a:ext cx="10870928" cy="141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800" spc="-203" kern="100" dirty="0">
                <a:solidFill>
                  <a:srgbClr val="252521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Evaluate the tool on speed, safety, and explainability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60383" y="3479800"/>
            <a:ext cx="3420382" cy="294640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3733800"/>
            <a:ext cx="316638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SPEED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377" y="4056360"/>
            <a:ext cx="2912394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Visible algorithm costs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377" y="4971951"/>
            <a:ext cx="2912394" cy="115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Sorting: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O(n log n)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Binary search: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O(log n) per query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Hashing: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O(bytes read)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5557" y="3479800"/>
            <a:ext cx="3420481" cy="294640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9" name="Text 7"/>
          <p:cNvSpPr/>
          <p:nvPr/>
        </p:nvSpPr>
        <p:spPr>
          <a:xfrm>
            <a:off x="4639551" y="3733800"/>
            <a:ext cx="316648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SAFETY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9551" y="4056360"/>
            <a:ext cx="2912494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000000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Compare the paths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39551" y="4971951"/>
            <a:ext cx="2912494" cy="115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Contrast naive pairwise checks with metadata-filtered hashing, then verify exact matches before cleanup.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0831" y="3479800"/>
            <a:ext cx="3420382" cy="2946400"/>
          </a:xfrm>
          <a:prstGeom prst="rect">
            <a:avLst/>
          </a:prstGeom>
          <a:solidFill>
            <a:srgbClr val="C63F1B"/>
          </a:solidFill>
          <a:ln/>
        </p:spPr>
      </p:sp>
      <p:sp>
        <p:nvSpPr>
          <p:cNvPr id="13" name="Text 11"/>
          <p:cNvSpPr/>
          <p:nvPr/>
        </p:nvSpPr>
        <p:spPr>
          <a:xfrm>
            <a:off x="8364824" y="3733800"/>
            <a:ext cx="316638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144" kern="100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4824" y="4056360"/>
            <a:ext cx="291239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spc="-105" kern="1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Report the proof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4824" y="4606230"/>
            <a:ext cx="2912394" cy="115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Groups found, bytes reclaimable, comparisons, hash time, and verification results.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2026-10-03T08:33:09Z</dcterms:created>
  <dcterms:modified xsi:type="dcterms:W3CDTF">2026-10-03T08:33:09Z</dcterms:modified>
</cp:coreProperties>
</file>